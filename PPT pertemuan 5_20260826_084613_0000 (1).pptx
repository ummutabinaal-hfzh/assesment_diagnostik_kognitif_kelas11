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</p:sldIdLst>
  <p:sldSz cx="154305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05FD5-6E86-4DE8-8713-C9F5AAAA96F6}" v="1" dt="2026-09-25T00:54:33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131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adzatun adzmi" userId="caba4c446c80b220" providerId="LiveId" clId="{7B18AB8F-C2DD-42F8-8CA0-A251F438D774}"/>
    <pc:docChg chg="custSel addSld delSld modSld">
      <pc:chgData name="hafadzatun adzmi" userId="caba4c446c80b220" providerId="LiveId" clId="{7B18AB8F-C2DD-42F8-8CA0-A251F438D774}" dt="2026-09-25T00:55:19.805" v="13" actId="47"/>
      <pc:docMkLst>
        <pc:docMk/>
      </pc:docMkLst>
      <pc:sldChg chg="del">
        <pc:chgData name="hafadzatun adzmi" userId="caba4c446c80b220" providerId="LiveId" clId="{7B18AB8F-C2DD-42F8-8CA0-A251F438D774}" dt="2026-09-25T00:53:18.965" v="0" actId="47"/>
        <pc:sldMkLst>
          <pc:docMk/>
          <pc:sldMk cId="0" sldId="256"/>
        </pc:sldMkLst>
      </pc:sldChg>
      <pc:sldChg chg="addSp delSp modSp new del mod">
        <pc:chgData name="hafadzatun adzmi" userId="caba4c446c80b220" providerId="LiveId" clId="{7B18AB8F-C2DD-42F8-8CA0-A251F438D774}" dt="2026-09-25T00:55:19.805" v="13" actId="47"/>
        <pc:sldMkLst>
          <pc:docMk/>
          <pc:sldMk cId="2233862157" sldId="256"/>
        </pc:sldMkLst>
        <pc:picChg chg="add del mod modCrop">
          <ac:chgData name="hafadzatun adzmi" userId="caba4c446c80b220" providerId="LiveId" clId="{7B18AB8F-C2DD-42F8-8CA0-A251F438D774}" dt="2026-09-25T00:54:45.875" v="10" actId="478"/>
          <ac:picMkLst>
            <pc:docMk/>
            <pc:sldMk cId="2233862157" sldId="256"/>
            <ac:picMk id="3" creationId="{DA37552F-F2D7-FC4B-A0A8-45E9C7FFAB37}"/>
          </ac:picMkLst>
        </pc:picChg>
      </pc:sldChg>
      <pc:sldChg chg="del">
        <pc:chgData name="hafadzatun adzmi" userId="caba4c446c80b220" providerId="LiveId" clId="{7B18AB8F-C2DD-42F8-8CA0-A251F438D774}" dt="2026-09-25T00:53:18.965" v="0" actId="47"/>
        <pc:sldMkLst>
          <pc:docMk/>
          <pc:sldMk cId="0" sldId="257"/>
        </pc:sldMkLst>
      </pc:sldChg>
      <pc:sldChg chg="addSp modSp new mod">
        <pc:chgData name="hafadzatun adzmi" userId="caba4c446c80b220" providerId="LiveId" clId="{7B18AB8F-C2DD-42F8-8CA0-A251F438D774}" dt="2026-09-25T00:55:17.295" v="12" actId="931"/>
        <pc:sldMkLst>
          <pc:docMk/>
          <pc:sldMk cId="1497249946" sldId="257"/>
        </pc:sldMkLst>
        <pc:picChg chg="add mod">
          <ac:chgData name="hafadzatun adzmi" userId="caba4c446c80b220" providerId="LiveId" clId="{7B18AB8F-C2DD-42F8-8CA0-A251F438D774}" dt="2026-09-25T00:55:17.295" v="12" actId="931"/>
          <ac:picMkLst>
            <pc:docMk/>
            <pc:sldMk cId="1497249946" sldId="257"/>
            <ac:picMk id="3" creationId="{625B8BED-2EDD-A549-115A-720EFBF0CCAE}"/>
          </ac:picMkLst>
        </pc:picChg>
      </pc:sldChg>
      <pc:sldChg chg="del">
        <pc:chgData name="hafadzatun adzmi" userId="caba4c446c80b220" providerId="LiveId" clId="{7B18AB8F-C2DD-42F8-8CA0-A251F438D774}" dt="2026-09-25T00:53:18.965" v="0" actId="47"/>
        <pc:sldMkLst>
          <pc:docMk/>
          <pc:sldMk cId="0" sldId="258"/>
        </pc:sldMkLst>
      </pc:sldChg>
      <pc:sldChg chg="del">
        <pc:chgData name="hafadzatun adzmi" userId="caba4c446c80b220" providerId="LiveId" clId="{7B18AB8F-C2DD-42F8-8CA0-A251F438D774}" dt="2026-09-25T00:53:18.965" v="0" actId="47"/>
        <pc:sldMkLst>
          <pc:docMk/>
          <pc:sldMk cId="0" sldId="259"/>
        </pc:sldMkLst>
      </pc:sldChg>
      <pc:sldChg chg="del">
        <pc:chgData name="hafadzatun adzmi" userId="caba4c446c80b220" providerId="LiveId" clId="{7B18AB8F-C2DD-42F8-8CA0-A251F438D774}" dt="2026-09-25T00:53:18.965" v="0" actId="47"/>
        <pc:sldMkLst>
          <pc:docMk/>
          <pc:sldMk cId="0" sldId="260"/>
        </pc:sldMkLst>
      </pc:sldChg>
      <pc:sldChg chg="del">
        <pc:chgData name="hafadzatun adzmi" userId="caba4c446c80b220" providerId="LiveId" clId="{7B18AB8F-C2DD-42F8-8CA0-A251F438D774}" dt="2026-09-25T00:53:18.965" v="0" actId="47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5B8BED-2EDD-A549-115A-720EFBF0C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364"/>
            <a:ext cx="15430500" cy="868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49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pertemuan 5</dc:title>
  <dc:creator>hafadzatun adzmi</dc:creator>
  <cp:lastModifiedBy>hafadzatun adzmi</cp:lastModifiedBy>
  <cp:revision>1</cp:revision>
  <dcterms:created xsi:type="dcterms:W3CDTF">2006-08-16T00:00:00Z</dcterms:created>
  <dcterms:modified xsi:type="dcterms:W3CDTF">2026-09-25T00:55:26Z</dcterms:modified>
  <dc:identifier>DAHTV9P1ah4</dc:identifier>
</cp:coreProperties>
</file>